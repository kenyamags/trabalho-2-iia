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00400" cy="1828800"/>
  <p:notesSz cx="6858000" cy="9144000"/>
  <p:embeddedFontLst>
    <p:embeddedFont>
      <p:font typeface="Pattanakarn Expanded Bold" charset="1" panose="00000000000000000000"/>
      <p:regular r:id="rId17"/>
    </p:embeddedFont>
    <p:embeddedFont>
      <p:font typeface="Canva Sans Medium Italics" charset="1" panose="020B0603030501040103"/>
      <p:regular r:id="rId18"/>
    </p:embeddedFont>
    <p:embeddedFont>
      <p:font typeface="Pattanakarn Expande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636" y="248173"/>
            <a:ext cx="2751884" cy="886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3"/>
              </a:lnSpc>
            </a:pPr>
            <a:r>
              <a:rPr lang="en-US" b="true" sz="1323" spc="27">
                <a:solidFill>
                  <a:srgbClr val="05367E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IMPLEMENTAÇÃO DE</a:t>
            </a:r>
          </a:p>
          <a:p>
            <a:pPr algn="ctr">
              <a:lnSpc>
                <a:spcPts val="1363"/>
              </a:lnSpc>
            </a:pPr>
            <a:r>
              <a:rPr lang="en-US" b="true" sz="1323" spc="27">
                <a:solidFill>
                  <a:srgbClr val="05367E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        FUNÇÕES LÓGICAS               UTILIZANDO RETROPROPAGAÇÃO DE ERRO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959" y="1230037"/>
            <a:ext cx="1564965" cy="45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"/>
              </a:lnSpc>
            </a:pPr>
            <a:r>
              <a:rPr lang="en-US" b="true" sz="575" i="true">
                <a:solidFill>
                  <a:srgbClr val="05367E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Professor : Dr. Fábio Henrique</a:t>
            </a:r>
          </a:p>
          <a:p>
            <a:pPr algn="ctr">
              <a:lnSpc>
                <a:spcPts val="673"/>
              </a:lnSpc>
            </a:pPr>
          </a:p>
          <a:p>
            <a:pPr algn="ctr">
              <a:lnSpc>
                <a:spcPts val="673"/>
              </a:lnSpc>
            </a:pPr>
            <a:r>
              <a:rPr lang="en-US" b="true" sz="575" i="true">
                <a:solidFill>
                  <a:srgbClr val="05367E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Alunos: Bruno Gomes</a:t>
            </a:r>
          </a:p>
          <a:p>
            <a:pPr algn="ctr">
              <a:lnSpc>
                <a:spcPts val="673"/>
              </a:lnSpc>
            </a:pPr>
            <a:r>
              <a:rPr lang="en-US" b="true" sz="575" i="true">
                <a:solidFill>
                  <a:srgbClr val="05367E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                        Kênya Magalhães</a:t>
            </a:r>
          </a:p>
          <a:p>
            <a:pPr algn="ctr">
              <a:lnSpc>
                <a:spcPts val="98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267" y="147036"/>
            <a:ext cx="2031588" cy="1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27" spc="-2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INTRODUÇÃO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036" y="683392"/>
            <a:ext cx="1496565" cy="56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Rede Neural Multicamada (MLP)</a:t>
            </a:r>
          </a:p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Algoritmo Backpropagation</a:t>
            </a:r>
          </a:p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Implementação em Python</a:t>
            </a:r>
          </a:p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Reprodução da função lógica XOR</a:t>
            </a:r>
          </a:p>
          <a:p>
            <a:pPr algn="l">
              <a:lnSpc>
                <a:spcPts val="6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2657" y="400952"/>
            <a:ext cx="1660352" cy="20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"/>
              </a:lnSpc>
            </a:pPr>
            <a:r>
              <a:rPr lang="en-US" sz="627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Implementação de Funções Lógicas com Redes Neurais MLP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267" y="147036"/>
            <a:ext cx="2031588" cy="1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27" spc="-2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OBJETIVO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036" y="683392"/>
            <a:ext cx="1721154" cy="45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"/>
              </a:lnSpc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Implementar uma Rede Neural Multicamada utilizando o algoritmo Backpropagation para aprender a função lógica XOR.</a:t>
            </a:r>
          </a:p>
          <a:p>
            <a:pPr algn="l">
              <a:lnSpc>
                <a:spcPts val="6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542809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Arquitetura da Rede MLP  E PROBLEMA XOR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8230" y="335186"/>
            <a:ext cx="1589207" cy="125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Arquitetura utilizada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2 neurônios de entrada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 camada intermediária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4 neurônios ocultos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 neurônio de saída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Entradas A B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│ │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▼ ▼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○ ○ ○ ○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Camada Oculta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 │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▼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○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Saída</a:t>
            </a: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4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61176" y="508835"/>
            <a:ext cx="1055765" cy="687412"/>
          </a:xfrm>
          <a:custGeom>
            <a:avLst/>
            <a:gdLst/>
            <a:ahLst/>
            <a:cxnLst/>
            <a:rect r="r" b="b" t="t" l="l"/>
            <a:pathLst>
              <a:path h="687412" w="1055765">
                <a:moveTo>
                  <a:pt x="0" y="0"/>
                </a:moveTo>
                <a:lnTo>
                  <a:pt x="1055765" y="0"/>
                </a:lnTo>
                <a:lnTo>
                  <a:pt x="1055765" y="687412"/>
                </a:lnTo>
                <a:lnTo>
                  <a:pt x="0" y="6874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655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61176" y="359931"/>
            <a:ext cx="1033634" cy="9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"/>
              </a:lnSpc>
            </a:pPr>
            <a:r>
              <a:rPr lang="en-US" sz="627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TABELA VERDADE XOR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0550" y="1234347"/>
            <a:ext cx="1394610" cy="41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"/>
              </a:lnSpc>
            </a:pPr>
            <a:r>
              <a:rPr lang="en-US" sz="627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função XOR não é linearmente separável, ou seja, não pode ser resolvida por um Perceptron simples.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41168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Backpropagation e Funções de Ativação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8230" y="335186"/>
            <a:ext cx="1589207" cy="104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Backpropagation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Forward Propagation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Cálculo do erro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Retropropagação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Atualização dos pesos</a:t>
            </a:r>
          </a:p>
          <a:p>
            <a:pPr algn="l">
              <a:lnSpc>
                <a:spcPts val="935"/>
              </a:lnSpc>
            </a:pP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Funções de ativação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Sigmoide Binária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Sigmoide Bipolar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Tangente Hiperbólica</a:t>
            </a: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4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7514" y="285738"/>
            <a:ext cx="1120564" cy="534815"/>
          </a:xfrm>
          <a:custGeom>
            <a:avLst/>
            <a:gdLst/>
            <a:ahLst/>
            <a:cxnLst/>
            <a:rect r="r" b="b" t="t" l="l"/>
            <a:pathLst>
              <a:path h="534815" w="1120564">
                <a:moveTo>
                  <a:pt x="0" y="0"/>
                </a:moveTo>
                <a:lnTo>
                  <a:pt x="1120564" y="0"/>
                </a:lnTo>
                <a:lnTo>
                  <a:pt x="1120564" y="534814"/>
                </a:lnTo>
                <a:lnTo>
                  <a:pt x="0" y="5348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7514" y="842561"/>
            <a:ext cx="1120564" cy="431777"/>
          </a:xfrm>
          <a:custGeom>
            <a:avLst/>
            <a:gdLst/>
            <a:ahLst/>
            <a:cxnLst/>
            <a:rect r="r" b="b" t="t" l="l"/>
            <a:pathLst>
              <a:path h="431777" w="1120564">
                <a:moveTo>
                  <a:pt x="0" y="0"/>
                </a:moveTo>
                <a:lnTo>
                  <a:pt x="1120564" y="0"/>
                </a:lnTo>
                <a:lnTo>
                  <a:pt x="1120564" y="431777"/>
                </a:lnTo>
                <a:lnTo>
                  <a:pt x="0" y="4317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642" r="0" b="-664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86931" y="1266927"/>
            <a:ext cx="1241729" cy="453873"/>
          </a:xfrm>
          <a:custGeom>
            <a:avLst/>
            <a:gdLst/>
            <a:ahLst/>
            <a:cxnLst/>
            <a:rect r="r" b="b" t="t" l="l"/>
            <a:pathLst>
              <a:path h="453873" w="1241729">
                <a:moveTo>
                  <a:pt x="0" y="0"/>
                </a:moveTo>
                <a:lnTo>
                  <a:pt x="1241730" y="0"/>
                </a:lnTo>
                <a:lnTo>
                  <a:pt x="1241730" y="453873"/>
                </a:lnTo>
                <a:lnTo>
                  <a:pt x="0" y="4538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Atualização dos Pesos e Experimentos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649" y="467763"/>
            <a:ext cx="1589207" cy="132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"/>
              </a:lnSpc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Atualização dos pesos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Cálculo do erro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Gradiente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Ajuste dos pesos e bias</a:t>
            </a:r>
          </a:p>
          <a:p>
            <a:pPr algn="l">
              <a:lnSpc>
                <a:spcPts val="795"/>
              </a:lnSpc>
            </a:pPr>
          </a:p>
          <a:p>
            <a:pPr algn="l">
              <a:lnSpc>
                <a:spcPts val="795"/>
              </a:lnSpc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Experimentos realizados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Variação do número de neurônios ocultos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Variação da taxa de aprendizagem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Diferentes inicializações dos pesos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Testes com AND, OR, NAND e NOR</a:t>
            </a:r>
          </a:p>
          <a:p>
            <a:pPr algn="l">
              <a:lnSpc>
                <a:spcPts val="795"/>
              </a:lnSpc>
            </a:pPr>
          </a:p>
          <a:p>
            <a:pPr algn="l">
              <a:lnSpc>
                <a:spcPts val="795"/>
              </a:lnSpc>
            </a:pPr>
          </a:p>
          <a:p>
            <a:pPr algn="l">
              <a:lnSpc>
                <a:spcPts val="18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Resultados Obtidos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649" y="458238"/>
            <a:ext cx="1589207" cy="130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Principais resultados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Aprendizagem correta da função XOR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Redução progressiva do erro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Convergência da rede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Influência dos hiperparâmetros</a:t>
            </a: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Observações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Taxas muito baixas tornam o treinamento lento.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Taxas muito altas podem causar instabilidade.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inicialização dos pesos influencia a convergência.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aumento de neurônios nem sempre reduz o número de épocas.</a:t>
            </a:r>
          </a:p>
          <a:p>
            <a:pPr algn="l">
              <a:lnSpc>
                <a:spcPts val="375"/>
              </a:lnSpc>
            </a:pP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24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Conclusão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6035" y="350964"/>
            <a:ext cx="1871958" cy="113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Perceptron simples não resolve a função XOR.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camada intermediária é essencial.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algoritmo Backpropagation ajusta eficientemente os pesos.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escolha dos hiperparâmetros influencia diretamente o desempenho.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Os resultados foram compatíveis com o artigo de referência.</a:t>
            </a:r>
          </a:p>
          <a:p>
            <a:pPr algn="l">
              <a:lnSpc>
                <a:spcPts val="1178"/>
              </a:lnSpc>
            </a:pPr>
          </a:p>
          <a:p>
            <a:pPr algn="l">
              <a:lnSpc>
                <a:spcPts val="411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26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Referência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6035" y="350964"/>
            <a:ext cx="1871958" cy="60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"/>
              </a:lnSpc>
            </a:pPr>
          </a:p>
          <a:p>
            <a:pPr algn="l">
              <a:lnSpc>
                <a:spcPts val="618"/>
              </a:lnSpc>
            </a:pPr>
            <a:r>
              <a:rPr lang="en-US" sz="441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OLIVEIRA, Fábio Henrique M.; BRAGA, Pedro Henrique C. Implementação de funções lógicas utilizando retropropagação do erro. 2011.</a:t>
            </a:r>
          </a:p>
          <a:p>
            <a:pPr algn="l">
              <a:lnSpc>
                <a:spcPts val="411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26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USO RESPONSÁVEL DE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9825" y="282667"/>
            <a:ext cx="1463328" cy="143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"/>
              </a:lnSpc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Ferramentas utilizadas: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ChatGPT  e GEMINI AI (apoio ao aprendizado)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Pesquisa complementar de conceitos</a:t>
            </a:r>
          </a:p>
          <a:p>
            <a:pPr algn="l">
              <a:lnSpc>
                <a:spcPts val="787"/>
              </a:lnSpc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Aplicações no trabalho: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Apoio na estruturação do código em Python;</a:t>
            </a:r>
          </a:p>
          <a:p>
            <a:pPr algn="l">
              <a:lnSpc>
                <a:spcPts val="787"/>
              </a:lnSpc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Responsabilidade da equipe: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Todo o código foi estudado, adaptado e testado pela equipe;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Os resultados foram analisados e validados pelos autores;</a:t>
            </a:r>
          </a:p>
          <a:p>
            <a:pPr algn="l">
              <a:lnSpc>
                <a:spcPts val="787"/>
              </a:lnSpc>
            </a:pPr>
          </a:p>
          <a:p>
            <a:pPr algn="l">
              <a:lnSpc>
                <a:spcPts val="64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8153" y="598723"/>
            <a:ext cx="2224094" cy="41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9"/>
              </a:lnSpc>
            </a:pPr>
            <a:r>
              <a:rPr lang="en-US" sz="1227" spc="-3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OBRIGADO PELA ATENÇÃO!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DAHMTmbX_-w</dc:identifier>
  <dcterms:modified xsi:type="dcterms:W3CDTF">2011-08-01T06:04:30Z</dcterms:modified>
  <cp:revision>1</cp:revision>
  <dc:title>Cartão de visita tecnologia digital azul </dc:title>
</cp:coreProperties>
</file>